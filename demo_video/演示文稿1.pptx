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Xnip2026-05-22_21-31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-17145" y="-38100"/>
            <a:ext cx="6820535" cy="6896100"/>
          </a:xfrm>
          <a:custGeom>
            <a:avLst/>
            <a:gdLst>
              <a:gd name="connisteX0" fmla="*/ 1633220 w 6820535"/>
              <a:gd name="connsiteY0" fmla="*/ 0 h 6896100"/>
              <a:gd name="connisteX1" fmla="*/ 815975 w 6820535"/>
              <a:gd name="connsiteY1" fmla="*/ 379095 h 6896100"/>
              <a:gd name="connisteX2" fmla="*/ 417195 w 6820535"/>
              <a:gd name="connsiteY2" fmla="*/ 739775 h 6896100"/>
              <a:gd name="connisteX3" fmla="*/ 0 w 6820535"/>
              <a:gd name="connsiteY3" fmla="*/ 1252855 h 6896100"/>
              <a:gd name="connisteX4" fmla="*/ 0 w 6820535"/>
              <a:gd name="connsiteY4" fmla="*/ 6896100 h 6896100"/>
              <a:gd name="connisteX5" fmla="*/ 2506980 w 6820535"/>
              <a:gd name="connsiteY5" fmla="*/ 6877050 h 6896100"/>
              <a:gd name="connisteX6" fmla="*/ 2526030 w 6820535"/>
              <a:gd name="connsiteY6" fmla="*/ 6610985 h 6896100"/>
              <a:gd name="connisteX7" fmla="*/ 2431415 w 6820535"/>
              <a:gd name="connsiteY7" fmla="*/ 6155055 h 6896100"/>
              <a:gd name="connisteX8" fmla="*/ 2830195 w 6820535"/>
              <a:gd name="connsiteY8" fmla="*/ 6287770 h 6896100"/>
              <a:gd name="connisteX9" fmla="*/ 3362325 w 6820535"/>
              <a:gd name="connsiteY9" fmla="*/ 6421120 h 6896100"/>
              <a:gd name="connisteX10" fmla="*/ 4141470 w 6820535"/>
              <a:gd name="connsiteY10" fmla="*/ 6402070 h 6896100"/>
              <a:gd name="connisteX11" fmla="*/ 4464050 w 6820535"/>
              <a:gd name="connsiteY11" fmla="*/ 6155055 h 6896100"/>
              <a:gd name="connisteX12" fmla="*/ 4046220 w 6820535"/>
              <a:gd name="connsiteY12" fmla="*/ 5946140 h 6896100"/>
              <a:gd name="connisteX13" fmla="*/ 3571240 w 6820535"/>
              <a:gd name="connsiteY13" fmla="*/ 5794375 h 6896100"/>
              <a:gd name="connisteX14" fmla="*/ 3305175 w 6820535"/>
              <a:gd name="connsiteY14" fmla="*/ 5565775 h 6896100"/>
              <a:gd name="connisteX15" fmla="*/ 3001010 w 6820535"/>
              <a:gd name="connsiteY15" fmla="*/ 5071745 h 6896100"/>
              <a:gd name="connisteX16" fmla="*/ 2849245 w 6820535"/>
              <a:gd name="connsiteY16" fmla="*/ 4787265 h 6896100"/>
              <a:gd name="connisteX17" fmla="*/ 2981960 w 6820535"/>
              <a:gd name="connsiteY17" fmla="*/ 4406900 h 6896100"/>
              <a:gd name="connisteX18" fmla="*/ 3437890 w 6820535"/>
              <a:gd name="connsiteY18" fmla="*/ 4824730 h 6896100"/>
              <a:gd name="connisteX19" fmla="*/ 4141470 w 6820535"/>
              <a:gd name="connsiteY19" fmla="*/ 5433060 h 6896100"/>
              <a:gd name="connisteX20" fmla="*/ 4977130 w 6820535"/>
              <a:gd name="connsiteY20" fmla="*/ 5850890 h 6896100"/>
              <a:gd name="connisteX21" fmla="*/ 5623560 w 6820535"/>
              <a:gd name="connsiteY21" fmla="*/ 5888990 h 6896100"/>
              <a:gd name="connisteX22" fmla="*/ 5888990 w 6820535"/>
              <a:gd name="connsiteY22" fmla="*/ 6287770 h 6896100"/>
              <a:gd name="connisteX23" fmla="*/ 6307455 w 6820535"/>
              <a:gd name="connsiteY23" fmla="*/ 6325870 h 6896100"/>
              <a:gd name="connisteX24" fmla="*/ 6478270 w 6820535"/>
              <a:gd name="connsiteY24" fmla="*/ 6022340 h 6896100"/>
              <a:gd name="connisteX25" fmla="*/ 6820535 w 6820535"/>
              <a:gd name="connsiteY25" fmla="*/ 6155055 h 6896100"/>
              <a:gd name="connisteX26" fmla="*/ 6725285 w 6820535"/>
              <a:gd name="connsiteY26" fmla="*/ 5718175 h 6896100"/>
              <a:gd name="connisteX27" fmla="*/ 6231255 w 6820535"/>
              <a:gd name="connsiteY27" fmla="*/ 5433060 h 6896100"/>
              <a:gd name="connisteX28" fmla="*/ 5737225 w 6820535"/>
              <a:gd name="connsiteY28" fmla="*/ 4977130 h 6896100"/>
              <a:gd name="connisteX29" fmla="*/ 4863465 w 6820535"/>
              <a:gd name="connsiteY29" fmla="*/ 4293235 h 6896100"/>
              <a:gd name="connisteX30" fmla="*/ 4217035 w 6820535"/>
              <a:gd name="connsiteY30" fmla="*/ 3703955 h 6896100"/>
              <a:gd name="connisteX31" fmla="*/ 4027170 w 6820535"/>
              <a:gd name="connsiteY31" fmla="*/ 3020060 h 6896100"/>
              <a:gd name="connisteX32" fmla="*/ 3818255 w 6820535"/>
              <a:gd name="connsiteY32" fmla="*/ 2392680 h 6896100"/>
              <a:gd name="connisteX33" fmla="*/ 3818255 w 6820535"/>
              <a:gd name="connsiteY33" fmla="*/ 1727835 h 6896100"/>
              <a:gd name="connisteX34" fmla="*/ 3912870 w 6820535"/>
              <a:gd name="connsiteY34" fmla="*/ 1404620 h 6896100"/>
              <a:gd name="connisteX35" fmla="*/ 4178935 w 6820535"/>
              <a:gd name="connsiteY35" fmla="*/ 1595120 h 6896100"/>
              <a:gd name="connisteX36" fmla="*/ 4502150 w 6820535"/>
              <a:gd name="connsiteY36" fmla="*/ 1329055 h 6896100"/>
              <a:gd name="connisteX37" fmla="*/ 4882515 w 6820535"/>
              <a:gd name="connsiteY37" fmla="*/ 892175 h 6896100"/>
              <a:gd name="connisteX38" fmla="*/ 5110480 w 6820535"/>
              <a:gd name="connsiteY38" fmla="*/ 530860 h 6896100"/>
              <a:gd name="connisteX39" fmla="*/ 5224145 w 6820535"/>
              <a:gd name="connsiteY39" fmla="*/ 74930 h 6896100"/>
              <a:gd name="connisteX40" fmla="*/ 1633220 w 6820535"/>
              <a:gd name="connsiteY40" fmla="*/ 0 h 68961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</a:cxnLst>
            <a:rect l="l" t="t" r="r" b="b"/>
            <a:pathLst>
              <a:path w="6820535" h="6896100">
                <a:moveTo>
                  <a:pt x="1633220" y="0"/>
                </a:moveTo>
                <a:lnTo>
                  <a:pt x="815975" y="379095"/>
                </a:lnTo>
                <a:lnTo>
                  <a:pt x="417195" y="739775"/>
                </a:lnTo>
                <a:lnTo>
                  <a:pt x="0" y="1252855"/>
                </a:lnTo>
                <a:lnTo>
                  <a:pt x="0" y="6896100"/>
                </a:lnTo>
                <a:lnTo>
                  <a:pt x="2506980" y="6877050"/>
                </a:lnTo>
                <a:lnTo>
                  <a:pt x="2526030" y="6610985"/>
                </a:lnTo>
                <a:lnTo>
                  <a:pt x="2431415" y="6155055"/>
                </a:lnTo>
                <a:lnTo>
                  <a:pt x="2830195" y="6287770"/>
                </a:lnTo>
                <a:lnTo>
                  <a:pt x="3362325" y="6421120"/>
                </a:lnTo>
                <a:lnTo>
                  <a:pt x="4141470" y="6402070"/>
                </a:lnTo>
                <a:lnTo>
                  <a:pt x="4464050" y="6155055"/>
                </a:lnTo>
                <a:lnTo>
                  <a:pt x="4046220" y="5946140"/>
                </a:lnTo>
                <a:lnTo>
                  <a:pt x="3571240" y="5794375"/>
                </a:lnTo>
                <a:lnTo>
                  <a:pt x="3305175" y="5565775"/>
                </a:lnTo>
                <a:lnTo>
                  <a:pt x="3001010" y="5071745"/>
                </a:lnTo>
                <a:lnTo>
                  <a:pt x="2849245" y="4787265"/>
                </a:lnTo>
                <a:lnTo>
                  <a:pt x="2981960" y="4406900"/>
                </a:lnTo>
                <a:lnTo>
                  <a:pt x="3437890" y="4824730"/>
                </a:lnTo>
                <a:lnTo>
                  <a:pt x="4141470" y="5433060"/>
                </a:lnTo>
                <a:lnTo>
                  <a:pt x="4977130" y="5850890"/>
                </a:lnTo>
                <a:lnTo>
                  <a:pt x="5623560" y="5888990"/>
                </a:lnTo>
                <a:lnTo>
                  <a:pt x="5888990" y="6287770"/>
                </a:lnTo>
                <a:lnTo>
                  <a:pt x="6307455" y="6325870"/>
                </a:lnTo>
                <a:lnTo>
                  <a:pt x="6478270" y="6022340"/>
                </a:lnTo>
                <a:lnTo>
                  <a:pt x="6820535" y="6155055"/>
                </a:lnTo>
                <a:lnTo>
                  <a:pt x="6725285" y="5718175"/>
                </a:lnTo>
                <a:lnTo>
                  <a:pt x="6231255" y="5433060"/>
                </a:lnTo>
                <a:lnTo>
                  <a:pt x="5737225" y="4977130"/>
                </a:lnTo>
                <a:lnTo>
                  <a:pt x="4863465" y="4293235"/>
                </a:lnTo>
                <a:lnTo>
                  <a:pt x="4217035" y="3703955"/>
                </a:lnTo>
                <a:lnTo>
                  <a:pt x="4027170" y="3020060"/>
                </a:lnTo>
                <a:lnTo>
                  <a:pt x="3818255" y="2392680"/>
                </a:lnTo>
                <a:lnTo>
                  <a:pt x="3818255" y="1727835"/>
                </a:lnTo>
                <a:lnTo>
                  <a:pt x="3912870" y="1404620"/>
                </a:lnTo>
                <a:lnTo>
                  <a:pt x="4178935" y="1595120"/>
                </a:lnTo>
                <a:lnTo>
                  <a:pt x="4502150" y="1329055"/>
                </a:lnTo>
                <a:lnTo>
                  <a:pt x="4882515" y="892175"/>
                </a:lnTo>
                <a:lnTo>
                  <a:pt x="5110480" y="530860"/>
                </a:lnTo>
                <a:lnTo>
                  <a:pt x="5224145" y="74930"/>
                </a:lnTo>
                <a:lnTo>
                  <a:pt x="1633220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7183120" y="1043305"/>
            <a:ext cx="1995170" cy="4256405"/>
          </a:xfrm>
          <a:custGeom>
            <a:avLst/>
            <a:gdLst>
              <a:gd name="connisteX0" fmla="*/ 266065 w 1995170"/>
              <a:gd name="connsiteY0" fmla="*/ 1178560 h 4256405"/>
              <a:gd name="connisteX1" fmla="*/ 247015 w 1995170"/>
              <a:gd name="connsiteY1" fmla="*/ 721995 h 4256405"/>
              <a:gd name="connisteX2" fmla="*/ 474980 w 1995170"/>
              <a:gd name="connsiteY2" fmla="*/ 133350 h 4256405"/>
              <a:gd name="connisteX3" fmla="*/ 911860 w 1995170"/>
              <a:gd name="connsiteY3" fmla="*/ 0 h 4256405"/>
              <a:gd name="connisteX4" fmla="*/ 1235075 w 1995170"/>
              <a:gd name="connsiteY4" fmla="*/ 285115 h 4256405"/>
              <a:gd name="connisteX5" fmla="*/ 1387475 w 1995170"/>
              <a:gd name="connsiteY5" fmla="*/ 702945 h 4256405"/>
              <a:gd name="connisteX6" fmla="*/ 1405890 w 1995170"/>
              <a:gd name="connsiteY6" fmla="*/ 1007110 h 4256405"/>
              <a:gd name="connisteX7" fmla="*/ 1520190 w 1995170"/>
              <a:gd name="connsiteY7" fmla="*/ 1196975 h 4256405"/>
              <a:gd name="connisteX8" fmla="*/ 1748155 w 1995170"/>
              <a:gd name="connsiteY8" fmla="*/ 1387475 h 4256405"/>
              <a:gd name="connisteX9" fmla="*/ 1824355 w 1995170"/>
              <a:gd name="connsiteY9" fmla="*/ 1748155 h 4256405"/>
              <a:gd name="connisteX10" fmla="*/ 1862455 w 1995170"/>
              <a:gd name="connsiteY10" fmla="*/ 2014220 h 4256405"/>
              <a:gd name="connisteX11" fmla="*/ 1995170 w 1995170"/>
              <a:gd name="connsiteY11" fmla="*/ 2527300 h 4256405"/>
              <a:gd name="connisteX12" fmla="*/ 1995170 w 1995170"/>
              <a:gd name="connsiteY12" fmla="*/ 3059430 h 4256405"/>
              <a:gd name="connisteX13" fmla="*/ 1976120 w 1995170"/>
              <a:gd name="connsiteY13" fmla="*/ 3515360 h 4256405"/>
              <a:gd name="connisteX14" fmla="*/ 1843405 w 1995170"/>
              <a:gd name="connsiteY14" fmla="*/ 3762375 h 4256405"/>
              <a:gd name="connisteX15" fmla="*/ 1652905 w 1995170"/>
              <a:gd name="connsiteY15" fmla="*/ 3781425 h 4256405"/>
              <a:gd name="connisteX16" fmla="*/ 1615440 w 1995170"/>
              <a:gd name="connsiteY16" fmla="*/ 3876040 h 4256405"/>
              <a:gd name="connisteX17" fmla="*/ 1235075 w 1995170"/>
              <a:gd name="connsiteY17" fmla="*/ 4047490 h 4256405"/>
              <a:gd name="connisteX18" fmla="*/ 702945 w 1995170"/>
              <a:gd name="connsiteY18" fmla="*/ 4180205 h 4256405"/>
              <a:gd name="connisteX19" fmla="*/ 285115 w 1995170"/>
              <a:gd name="connsiteY19" fmla="*/ 4256405 h 4256405"/>
              <a:gd name="connisteX20" fmla="*/ 95250 w 1995170"/>
              <a:gd name="connsiteY20" fmla="*/ 4199255 h 4256405"/>
              <a:gd name="connisteX21" fmla="*/ 208915 w 1995170"/>
              <a:gd name="connsiteY21" fmla="*/ 3743325 h 4256405"/>
              <a:gd name="connisteX22" fmla="*/ 0 w 1995170"/>
              <a:gd name="connsiteY22" fmla="*/ 3610610 h 4256405"/>
              <a:gd name="connisteX23" fmla="*/ 95250 w 1995170"/>
              <a:gd name="connsiteY23" fmla="*/ 2888615 h 4256405"/>
              <a:gd name="connisteX24" fmla="*/ 38100 w 1995170"/>
              <a:gd name="connsiteY24" fmla="*/ 2318385 h 4256405"/>
              <a:gd name="connisteX25" fmla="*/ 38100 w 1995170"/>
              <a:gd name="connsiteY25" fmla="*/ 1596390 h 4256405"/>
              <a:gd name="connisteX26" fmla="*/ 0 w 1995170"/>
              <a:gd name="connsiteY26" fmla="*/ 1292225 h 4256405"/>
              <a:gd name="connisteX27" fmla="*/ 266065 w 1995170"/>
              <a:gd name="connsiteY27" fmla="*/ 1178560 h 42564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1995170" h="4256405">
                <a:moveTo>
                  <a:pt x="266065" y="1178560"/>
                </a:moveTo>
                <a:lnTo>
                  <a:pt x="247015" y="721995"/>
                </a:lnTo>
                <a:lnTo>
                  <a:pt x="474980" y="133350"/>
                </a:lnTo>
                <a:lnTo>
                  <a:pt x="911860" y="0"/>
                </a:lnTo>
                <a:lnTo>
                  <a:pt x="1235075" y="285115"/>
                </a:lnTo>
                <a:lnTo>
                  <a:pt x="1387475" y="702945"/>
                </a:lnTo>
                <a:lnTo>
                  <a:pt x="1405890" y="1007110"/>
                </a:lnTo>
                <a:lnTo>
                  <a:pt x="1520190" y="1196975"/>
                </a:lnTo>
                <a:lnTo>
                  <a:pt x="1748155" y="1387475"/>
                </a:lnTo>
                <a:lnTo>
                  <a:pt x="1824355" y="1748155"/>
                </a:lnTo>
                <a:lnTo>
                  <a:pt x="1862455" y="2014220"/>
                </a:lnTo>
                <a:lnTo>
                  <a:pt x="1995170" y="2527300"/>
                </a:lnTo>
                <a:lnTo>
                  <a:pt x="1995170" y="3059430"/>
                </a:lnTo>
                <a:lnTo>
                  <a:pt x="1976120" y="3515360"/>
                </a:lnTo>
                <a:lnTo>
                  <a:pt x="1843405" y="3762375"/>
                </a:lnTo>
                <a:lnTo>
                  <a:pt x="1652905" y="3781425"/>
                </a:lnTo>
                <a:lnTo>
                  <a:pt x="1615440" y="3876040"/>
                </a:lnTo>
                <a:lnTo>
                  <a:pt x="1235075" y="4047490"/>
                </a:lnTo>
                <a:lnTo>
                  <a:pt x="702945" y="4180205"/>
                </a:lnTo>
                <a:lnTo>
                  <a:pt x="285115" y="4256405"/>
                </a:lnTo>
                <a:lnTo>
                  <a:pt x="95250" y="4199255"/>
                </a:lnTo>
                <a:lnTo>
                  <a:pt x="208915" y="3743325"/>
                </a:lnTo>
                <a:lnTo>
                  <a:pt x="0" y="3610610"/>
                </a:lnTo>
                <a:lnTo>
                  <a:pt x="95250" y="2888615"/>
                </a:lnTo>
                <a:lnTo>
                  <a:pt x="38100" y="2318385"/>
                </a:lnTo>
                <a:lnTo>
                  <a:pt x="38100" y="1596390"/>
                </a:lnTo>
                <a:lnTo>
                  <a:pt x="0" y="1292225"/>
                </a:lnTo>
                <a:lnTo>
                  <a:pt x="266065" y="117856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6214110" y="5736590"/>
            <a:ext cx="2508250" cy="741045"/>
          </a:xfrm>
          <a:custGeom>
            <a:avLst/>
            <a:gdLst>
              <a:gd name="connisteX0" fmla="*/ 208915 w 2508250"/>
              <a:gd name="connsiteY0" fmla="*/ 741045 h 741045"/>
              <a:gd name="connisteX1" fmla="*/ 930910 w 2508250"/>
              <a:gd name="connsiteY1" fmla="*/ 570230 h 741045"/>
              <a:gd name="connisteX2" fmla="*/ 1311275 w 2508250"/>
              <a:gd name="connsiteY2" fmla="*/ 570230 h 741045"/>
              <a:gd name="connisteX3" fmla="*/ 2052320 w 2508250"/>
              <a:gd name="connsiteY3" fmla="*/ 323215 h 741045"/>
              <a:gd name="connisteX4" fmla="*/ 2508250 w 2508250"/>
              <a:gd name="connsiteY4" fmla="*/ 133350 h 741045"/>
              <a:gd name="connisteX5" fmla="*/ 2508250 w 2508250"/>
              <a:gd name="connsiteY5" fmla="*/ 19050 h 741045"/>
              <a:gd name="connisteX6" fmla="*/ 2165985 w 2508250"/>
              <a:gd name="connsiteY6" fmla="*/ 0 h 741045"/>
              <a:gd name="connisteX7" fmla="*/ 1405890 w 2508250"/>
              <a:gd name="connsiteY7" fmla="*/ 170815 h 741045"/>
              <a:gd name="connisteX8" fmla="*/ 760095 w 2508250"/>
              <a:gd name="connsiteY8" fmla="*/ 342265 h 741045"/>
              <a:gd name="connisteX9" fmla="*/ 285115 w 2508250"/>
              <a:gd name="connsiteY9" fmla="*/ 436880 h 741045"/>
              <a:gd name="connisteX10" fmla="*/ 0 w 2508250"/>
              <a:gd name="connsiteY10" fmla="*/ 532130 h 741045"/>
              <a:gd name="connisteX11" fmla="*/ 208915 w 2508250"/>
              <a:gd name="connsiteY11" fmla="*/ 741045 h 7410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508250" h="741045">
                <a:moveTo>
                  <a:pt x="208915" y="741045"/>
                </a:moveTo>
                <a:lnTo>
                  <a:pt x="930910" y="570230"/>
                </a:lnTo>
                <a:lnTo>
                  <a:pt x="1311275" y="570230"/>
                </a:lnTo>
                <a:lnTo>
                  <a:pt x="2052320" y="323215"/>
                </a:lnTo>
                <a:lnTo>
                  <a:pt x="2508250" y="133350"/>
                </a:lnTo>
                <a:lnTo>
                  <a:pt x="2508250" y="19050"/>
                </a:lnTo>
                <a:lnTo>
                  <a:pt x="2165985" y="0"/>
                </a:lnTo>
                <a:lnTo>
                  <a:pt x="1405890" y="170815"/>
                </a:lnTo>
                <a:lnTo>
                  <a:pt x="760095" y="342265"/>
                </a:lnTo>
                <a:lnTo>
                  <a:pt x="285115" y="436880"/>
                </a:lnTo>
                <a:lnTo>
                  <a:pt x="0" y="532130"/>
                </a:lnTo>
                <a:lnTo>
                  <a:pt x="208915" y="741045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60805" y="407670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PERSON_1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54850" y="2910205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PERSON_2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54850" y="5955665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KNIFE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复杂场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67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253365" y="22225"/>
            <a:ext cx="4901565" cy="6243320"/>
          </a:xfrm>
          <a:custGeom>
            <a:avLst/>
            <a:gdLst>
              <a:gd name="connisteX0" fmla="*/ 955675 w 4901565"/>
              <a:gd name="connsiteY0" fmla="*/ 1484630 h 6243320"/>
              <a:gd name="connisteX1" fmla="*/ 447675 w 4901565"/>
              <a:gd name="connsiteY1" fmla="*/ 1809750 h 6243320"/>
              <a:gd name="connisteX2" fmla="*/ 121920 w 4901565"/>
              <a:gd name="connsiteY2" fmla="*/ 2155825 h 6243320"/>
              <a:gd name="connisteX3" fmla="*/ 0 w 4901565"/>
              <a:gd name="connsiteY3" fmla="*/ 2541905 h 6243320"/>
              <a:gd name="connisteX4" fmla="*/ 60960 w 4901565"/>
              <a:gd name="connsiteY4" fmla="*/ 2948940 h 6243320"/>
              <a:gd name="connisteX5" fmla="*/ 121920 w 4901565"/>
              <a:gd name="connsiteY5" fmla="*/ 3416300 h 6243320"/>
              <a:gd name="connisteX6" fmla="*/ 203200 w 4901565"/>
              <a:gd name="connsiteY6" fmla="*/ 3823335 h 6243320"/>
              <a:gd name="connisteX7" fmla="*/ 203200 w 4901565"/>
              <a:gd name="connsiteY7" fmla="*/ 4026535 h 6243320"/>
              <a:gd name="connisteX8" fmla="*/ 142240 w 4901565"/>
              <a:gd name="connsiteY8" fmla="*/ 4657090 h 6243320"/>
              <a:gd name="connisteX9" fmla="*/ 121920 w 4901565"/>
              <a:gd name="connsiteY9" fmla="*/ 5023485 h 6243320"/>
              <a:gd name="connisteX10" fmla="*/ 20320 w 4901565"/>
              <a:gd name="connsiteY10" fmla="*/ 5633085 h 6243320"/>
              <a:gd name="connisteX11" fmla="*/ 162560 w 4901565"/>
              <a:gd name="connsiteY11" fmla="*/ 6243320 h 6243320"/>
              <a:gd name="connisteX12" fmla="*/ 2216785 w 4901565"/>
              <a:gd name="connsiteY12" fmla="*/ 6141720 h 6243320"/>
              <a:gd name="connisteX13" fmla="*/ 2115185 w 4901565"/>
              <a:gd name="connsiteY13" fmla="*/ 5104765 h 6243320"/>
              <a:gd name="connisteX14" fmla="*/ 2196465 w 4901565"/>
              <a:gd name="connsiteY14" fmla="*/ 5287645 h 6243320"/>
              <a:gd name="connisteX15" fmla="*/ 2216785 w 4901565"/>
              <a:gd name="connsiteY15" fmla="*/ 5551805 h 6243320"/>
              <a:gd name="connisteX16" fmla="*/ 2419985 w 4901565"/>
              <a:gd name="connsiteY16" fmla="*/ 5836920 h 6243320"/>
              <a:gd name="connisteX17" fmla="*/ 2257425 w 4901565"/>
              <a:gd name="connsiteY17" fmla="*/ 6019800 h 6243320"/>
              <a:gd name="connisteX18" fmla="*/ 2562860 w 4901565"/>
              <a:gd name="connsiteY18" fmla="*/ 6202680 h 6243320"/>
              <a:gd name="connisteX19" fmla="*/ 2745740 w 4901565"/>
              <a:gd name="connsiteY19" fmla="*/ 5938520 h 6243320"/>
              <a:gd name="connisteX20" fmla="*/ 2806700 w 4901565"/>
              <a:gd name="connsiteY20" fmla="*/ 5633085 h 6243320"/>
              <a:gd name="connisteX21" fmla="*/ 2541905 w 4901565"/>
              <a:gd name="connsiteY21" fmla="*/ 4962525 h 6243320"/>
              <a:gd name="connisteX22" fmla="*/ 2399665 w 4901565"/>
              <a:gd name="connsiteY22" fmla="*/ 4677410 h 6243320"/>
              <a:gd name="connisteX23" fmla="*/ 2969260 w 4901565"/>
              <a:gd name="connsiteY23" fmla="*/ 5003165 h 6243320"/>
              <a:gd name="connisteX24" fmla="*/ 3498215 w 4901565"/>
              <a:gd name="connsiteY24" fmla="*/ 5165725 h 6243320"/>
              <a:gd name="connisteX25" fmla="*/ 3742055 w 4901565"/>
              <a:gd name="connsiteY25" fmla="*/ 5490845 h 6243320"/>
              <a:gd name="connisteX26" fmla="*/ 4006215 w 4901565"/>
              <a:gd name="connsiteY26" fmla="*/ 5755640 h 6243320"/>
              <a:gd name="connisteX27" fmla="*/ 4230370 w 4901565"/>
              <a:gd name="connsiteY27" fmla="*/ 5653405 h 6243320"/>
              <a:gd name="connisteX28" fmla="*/ 4392930 w 4901565"/>
              <a:gd name="connsiteY28" fmla="*/ 5490845 h 6243320"/>
              <a:gd name="connisteX29" fmla="*/ 4535170 w 4901565"/>
              <a:gd name="connsiteY29" fmla="*/ 5389245 h 6243320"/>
              <a:gd name="connisteX30" fmla="*/ 4840605 w 4901565"/>
              <a:gd name="connsiteY30" fmla="*/ 5531485 h 6243320"/>
              <a:gd name="connisteX31" fmla="*/ 4901565 w 4901565"/>
              <a:gd name="connsiteY31" fmla="*/ 5409565 h 6243320"/>
              <a:gd name="connisteX32" fmla="*/ 4677410 w 4901565"/>
              <a:gd name="connsiteY32" fmla="*/ 5226685 h 6243320"/>
              <a:gd name="connisteX33" fmla="*/ 4108450 w 4901565"/>
              <a:gd name="connsiteY33" fmla="*/ 4921250 h 6243320"/>
              <a:gd name="connisteX34" fmla="*/ 3111500 w 4901565"/>
              <a:gd name="connsiteY34" fmla="*/ 4372610 h 6243320"/>
              <a:gd name="connisteX35" fmla="*/ 2644140 w 4901565"/>
              <a:gd name="connsiteY35" fmla="*/ 3884295 h 6243320"/>
              <a:gd name="connisteX36" fmla="*/ 2379345 w 4901565"/>
              <a:gd name="connsiteY36" fmla="*/ 3681095 h 6243320"/>
              <a:gd name="connisteX37" fmla="*/ 2379345 w 4901565"/>
              <a:gd name="connsiteY37" fmla="*/ 2847340 h 6243320"/>
              <a:gd name="connisteX38" fmla="*/ 2216785 w 4901565"/>
              <a:gd name="connsiteY38" fmla="*/ 2176145 h 6243320"/>
              <a:gd name="connisteX39" fmla="*/ 2196465 w 4901565"/>
              <a:gd name="connsiteY39" fmla="*/ 1952625 h 6243320"/>
              <a:gd name="connisteX40" fmla="*/ 2399665 w 4901565"/>
              <a:gd name="connsiteY40" fmla="*/ 1952625 h 6243320"/>
              <a:gd name="connisteX41" fmla="*/ 2480945 w 4901565"/>
              <a:gd name="connsiteY41" fmla="*/ 1565910 h 6243320"/>
              <a:gd name="connisteX42" fmla="*/ 2684780 w 4901565"/>
              <a:gd name="connsiteY42" fmla="*/ 1464310 h 6243320"/>
              <a:gd name="connisteX43" fmla="*/ 2644140 w 4901565"/>
              <a:gd name="connsiteY43" fmla="*/ 1261110 h 6243320"/>
              <a:gd name="connisteX44" fmla="*/ 2664460 w 4901565"/>
              <a:gd name="connsiteY44" fmla="*/ 671195 h 6243320"/>
              <a:gd name="connisteX45" fmla="*/ 2806700 w 4901565"/>
              <a:gd name="connsiteY45" fmla="*/ 365760 h 6243320"/>
              <a:gd name="connisteX46" fmla="*/ 2359025 w 4901565"/>
              <a:gd name="connsiteY46" fmla="*/ 142240 h 6243320"/>
              <a:gd name="connisteX47" fmla="*/ 1647190 w 4901565"/>
              <a:gd name="connsiteY47" fmla="*/ 0 h 6243320"/>
              <a:gd name="connisteX48" fmla="*/ 1200150 w 4901565"/>
              <a:gd name="connsiteY48" fmla="*/ 142240 h 6243320"/>
              <a:gd name="connisteX49" fmla="*/ 1016635 w 4901565"/>
              <a:gd name="connsiteY49" fmla="*/ 793115 h 6243320"/>
              <a:gd name="connisteX50" fmla="*/ 1078230 w 4901565"/>
              <a:gd name="connsiteY50" fmla="*/ 1200150 h 6243320"/>
              <a:gd name="connisteX51" fmla="*/ 955675 w 4901565"/>
              <a:gd name="connsiteY51" fmla="*/ 1484630 h 62433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</a:cxnLst>
            <a:rect l="l" t="t" r="r" b="b"/>
            <a:pathLst>
              <a:path w="4901565" h="6243320">
                <a:moveTo>
                  <a:pt x="955675" y="1484630"/>
                </a:moveTo>
                <a:lnTo>
                  <a:pt x="447675" y="1809750"/>
                </a:lnTo>
                <a:lnTo>
                  <a:pt x="121920" y="2155825"/>
                </a:lnTo>
                <a:lnTo>
                  <a:pt x="0" y="2541905"/>
                </a:lnTo>
                <a:lnTo>
                  <a:pt x="60960" y="2948940"/>
                </a:lnTo>
                <a:lnTo>
                  <a:pt x="121920" y="3416300"/>
                </a:lnTo>
                <a:lnTo>
                  <a:pt x="203200" y="3823335"/>
                </a:lnTo>
                <a:lnTo>
                  <a:pt x="203200" y="4026535"/>
                </a:lnTo>
                <a:lnTo>
                  <a:pt x="142240" y="4657090"/>
                </a:lnTo>
                <a:lnTo>
                  <a:pt x="121920" y="5023485"/>
                </a:lnTo>
                <a:lnTo>
                  <a:pt x="20320" y="5633085"/>
                </a:lnTo>
                <a:lnTo>
                  <a:pt x="162560" y="6243320"/>
                </a:lnTo>
                <a:lnTo>
                  <a:pt x="2216785" y="6141720"/>
                </a:lnTo>
                <a:lnTo>
                  <a:pt x="2115185" y="5104765"/>
                </a:lnTo>
                <a:lnTo>
                  <a:pt x="2196465" y="5287645"/>
                </a:lnTo>
                <a:lnTo>
                  <a:pt x="2216785" y="5551805"/>
                </a:lnTo>
                <a:lnTo>
                  <a:pt x="2419985" y="5836920"/>
                </a:lnTo>
                <a:lnTo>
                  <a:pt x="2257425" y="6019800"/>
                </a:lnTo>
                <a:lnTo>
                  <a:pt x="2562860" y="6202680"/>
                </a:lnTo>
                <a:lnTo>
                  <a:pt x="2745740" y="5938520"/>
                </a:lnTo>
                <a:lnTo>
                  <a:pt x="2806700" y="5633085"/>
                </a:lnTo>
                <a:lnTo>
                  <a:pt x="2541905" y="4962525"/>
                </a:lnTo>
                <a:lnTo>
                  <a:pt x="2399665" y="4677410"/>
                </a:lnTo>
                <a:lnTo>
                  <a:pt x="2969260" y="5003165"/>
                </a:lnTo>
                <a:lnTo>
                  <a:pt x="3498215" y="5165725"/>
                </a:lnTo>
                <a:lnTo>
                  <a:pt x="3742055" y="5490845"/>
                </a:lnTo>
                <a:lnTo>
                  <a:pt x="4006215" y="5755640"/>
                </a:lnTo>
                <a:lnTo>
                  <a:pt x="4230370" y="5653405"/>
                </a:lnTo>
                <a:lnTo>
                  <a:pt x="4392930" y="5490845"/>
                </a:lnTo>
                <a:lnTo>
                  <a:pt x="4535170" y="5389245"/>
                </a:lnTo>
                <a:lnTo>
                  <a:pt x="4840605" y="5531485"/>
                </a:lnTo>
                <a:lnTo>
                  <a:pt x="4901565" y="5409565"/>
                </a:lnTo>
                <a:lnTo>
                  <a:pt x="4677410" y="5226685"/>
                </a:lnTo>
                <a:lnTo>
                  <a:pt x="4108450" y="4921250"/>
                </a:lnTo>
                <a:lnTo>
                  <a:pt x="3111500" y="4372610"/>
                </a:lnTo>
                <a:lnTo>
                  <a:pt x="2644140" y="3884295"/>
                </a:lnTo>
                <a:lnTo>
                  <a:pt x="2379345" y="3681095"/>
                </a:lnTo>
                <a:lnTo>
                  <a:pt x="2379345" y="2847340"/>
                </a:lnTo>
                <a:lnTo>
                  <a:pt x="2216785" y="2176145"/>
                </a:lnTo>
                <a:lnTo>
                  <a:pt x="2196465" y="1952625"/>
                </a:lnTo>
                <a:lnTo>
                  <a:pt x="2399665" y="1952625"/>
                </a:lnTo>
                <a:lnTo>
                  <a:pt x="2480945" y="1565910"/>
                </a:lnTo>
                <a:lnTo>
                  <a:pt x="2684780" y="1464310"/>
                </a:lnTo>
                <a:lnTo>
                  <a:pt x="2644140" y="1261110"/>
                </a:lnTo>
                <a:lnTo>
                  <a:pt x="2664460" y="671195"/>
                </a:lnTo>
                <a:lnTo>
                  <a:pt x="2806700" y="365760"/>
                </a:lnTo>
                <a:lnTo>
                  <a:pt x="2359025" y="142240"/>
                </a:lnTo>
                <a:lnTo>
                  <a:pt x="1647190" y="0"/>
                </a:lnTo>
                <a:lnTo>
                  <a:pt x="1200150" y="142240"/>
                </a:lnTo>
                <a:lnTo>
                  <a:pt x="1016635" y="793115"/>
                </a:lnTo>
                <a:lnTo>
                  <a:pt x="1078230" y="1200150"/>
                </a:lnTo>
                <a:lnTo>
                  <a:pt x="955675" y="148463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9651365" y="1475740"/>
            <a:ext cx="2278380" cy="4819015"/>
          </a:xfrm>
          <a:custGeom>
            <a:avLst/>
            <a:gdLst>
              <a:gd name="connisteX0" fmla="*/ 235585 w 2278380"/>
              <a:gd name="connsiteY0" fmla="*/ 2566670 h 4819015"/>
              <a:gd name="connisteX1" fmla="*/ 209550 w 2278380"/>
              <a:gd name="connsiteY1" fmla="*/ 2985770 h 4819015"/>
              <a:gd name="connisteX2" fmla="*/ 104775 w 2278380"/>
              <a:gd name="connsiteY2" fmla="*/ 3509645 h 4819015"/>
              <a:gd name="connisteX3" fmla="*/ 52070 w 2278380"/>
              <a:gd name="connsiteY3" fmla="*/ 3980815 h 4819015"/>
              <a:gd name="connisteX4" fmla="*/ 0 w 2278380"/>
              <a:gd name="connsiteY4" fmla="*/ 4295140 h 4819015"/>
              <a:gd name="connisteX5" fmla="*/ 130810 w 2278380"/>
              <a:gd name="connsiteY5" fmla="*/ 4557395 h 4819015"/>
              <a:gd name="connisteX6" fmla="*/ 314325 w 2278380"/>
              <a:gd name="connsiteY6" fmla="*/ 4557395 h 4819015"/>
              <a:gd name="connisteX7" fmla="*/ 261620 w 2278380"/>
              <a:gd name="connsiteY7" fmla="*/ 4740910 h 4819015"/>
              <a:gd name="connisteX8" fmla="*/ 2199640 w 2278380"/>
              <a:gd name="connsiteY8" fmla="*/ 4819015 h 4819015"/>
              <a:gd name="connisteX9" fmla="*/ 2278380 w 2278380"/>
              <a:gd name="connsiteY9" fmla="*/ 4033520 h 4819015"/>
              <a:gd name="connisteX10" fmla="*/ 2147570 w 2278380"/>
              <a:gd name="connsiteY10" fmla="*/ 3404870 h 4819015"/>
              <a:gd name="connisteX11" fmla="*/ 2226310 w 2278380"/>
              <a:gd name="connsiteY11" fmla="*/ 2880995 h 4819015"/>
              <a:gd name="connisteX12" fmla="*/ 2278380 w 2278380"/>
              <a:gd name="connsiteY12" fmla="*/ 2173605 h 4819015"/>
              <a:gd name="connisteX13" fmla="*/ 2199640 w 2278380"/>
              <a:gd name="connsiteY13" fmla="*/ 1231265 h 4819015"/>
              <a:gd name="connisteX14" fmla="*/ 1990090 w 2278380"/>
              <a:gd name="connsiteY14" fmla="*/ 969010 h 4819015"/>
              <a:gd name="connisteX15" fmla="*/ 1833245 w 2278380"/>
              <a:gd name="connsiteY15" fmla="*/ 602615 h 4819015"/>
              <a:gd name="connisteX16" fmla="*/ 1597660 w 2278380"/>
              <a:gd name="connsiteY16" fmla="*/ 104775 h 4819015"/>
              <a:gd name="connisteX17" fmla="*/ 1204595 w 2278380"/>
              <a:gd name="connsiteY17" fmla="*/ 0 h 4819015"/>
              <a:gd name="connisteX18" fmla="*/ 811530 w 2278380"/>
              <a:gd name="connsiteY18" fmla="*/ 157480 h 4819015"/>
              <a:gd name="connisteX19" fmla="*/ 628015 w 2278380"/>
              <a:gd name="connsiteY19" fmla="*/ 602615 h 4819015"/>
              <a:gd name="connisteX20" fmla="*/ 628015 w 2278380"/>
              <a:gd name="connsiteY20" fmla="*/ 1047750 h 4819015"/>
              <a:gd name="connisteX21" fmla="*/ 523875 w 2278380"/>
              <a:gd name="connsiteY21" fmla="*/ 1414145 h 4819015"/>
              <a:gd name="connisteX22" fmla="*/ 445135 w 2278380"/>
              <a:gd name="connsiteY22" fmla="*/ 1728470 h 4819015"/>
              <a:gd name="connisteX23" fmla="*/ 261620 w 2278380"/>
              <a:gd name="connsiteY23" fmla="*/ 2121535 h 4819015"/>
              <a:gd name="connisteX24" fmla="*/ 235585 w 2278380"/>
              <a:gd name="connsiteY24" fmla="*/ 2566670 h 48190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</a:cxnLst>
            <a:rect l="l" t="t" r="r" b="b"/>
            <a:pathLst>
              <a:path w="2278380" h="4819015">
                <a:moveTo>
                  <a:pt x="235585" y="2566670"/>
                </a:moveTo>
                <a:lnTo>
                  <a:pt x="209550" y="2985770"/>
                </a:lnTo>
                <a:lnTo>
                  <a:pt x="104775" y="3509645"/>
                </a:lnTo>
                <a:lnTo>
                  <a:pt x="52070" y="3980815"/>
                </a:lnTo>
                <a:lnTo>
                  <a:pt x="0" y="4295140"/>
                </a:lnTo>
                <a:lnTo>
                  <a:pt x="130810" y="4557395"/>
                </a:lnTo>
                <a:lnTo>
                  <a:pt x="314325" y="4557395"/>
                </a:lnTo>
                <a:lnTo>
                  <a:pt x="261620" y="4740910"/>
                </a:lnTo>
                <a:lnTo>
                  <a:pt x="2199640" y="4819015"/>
                </a:lnTo>
                <a:lnTo>
                  <a:pt x="2278380" y="4033520"/>
                </a:lnTo>
                <a:lnTo>
                  <a:pt x="2147570" y="3404870"/>
                </a:lnTo>
                <a:lnTo>
                  <a:pt x="2226310" y="2880995"/>
                </a:lnTo>
                <a:lnTo>
                  <a:pt x="2278380" y="2173605"/>
                </a:lnTo>
                <a:lnTo>
                  <a:pt x="2199640" y="1231265"/>
                </a:lnTo>
                <a:lnTo>
                  <a:pt x="1990090" y="969010"/>
                </a:lnTo>
                <a:lnTo>
                  <a:pt x="1833245" y="602615"/>
                </a:lnTo>
                <a:lnTo>
                  <a:pt x="1597660" y="104775"/>
                </a:lnTo>
                <a:lnTo>
                  <a:pt x="1204595" y="0"/>
                </a:lnTo>
                <a:lnTo>
                  <a:pt x="811530" y="157480"/>
                </a:lnTo>
                <a:lnTo>
                  <a:pt x="628015" y="602615"/>
                </a:lnTo>
                <a:lnTo>
                  <a:pt x="628015" y="1047750"/>
                </a:lnTo>
                <a:lnTo>
                  <a:pt x="523875" y="1414145"/>
                </a:lnTo>
                <a:lnTo>
                  <a:pt x="445135" y="1728470"/>
                </a:lnTo>
                <a:lnTo>
                  <a:pt x="261620" y="2121535"/>
                </a:lnTo>
                <a:lnTo>
                  <a:pt x="235585" y="256667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4884420" y="6478270"/>
            <a:ext cx="2357120" cy="366395"/>
          </a:xfrm>
          <a:custGeom>
            <a:avLst/>
            <a:gdLst>
              <a:gd name="connisteX0" fmla="*/ 942975 w 2357120"/>
              <a:gd name="connsiteY0" fmla="*/ 366395 h 366395"/>
              <a:gd name="connisteX1" fmla="*/ 393065 w 2357120"/>
              <a:gd name="connsiteY1" fmla="*/ 314325 h 366395"/>
              <a:gd name="connisteX2" fmla="*/ 26035 w 2357120"/>
              <a:gd name="connsiteY2" fmla="*/ 288290 h 366395"/>
              <a:gd name="connisteX3" fmla="*/ 0 w 2357120"/>
              <a:gd name="connsiteY3" fmla="*/ 52705 h 366395"/>
              <a:gd name="connisteX4" fmla="*/ 156845 w 2357120"/>
              <a:gd name="connsiteY4" fmla="*/ 0 h 366395"/>
              <a:gd name="connisteX5" fmla="*/ 601980 w 2357120"/>
              <a:gd name="connsiteY5" fmla="*/ 104775 h 366395"/>
              <a:gd name="connisteX6" fmla="*/ 1178560 w 2357120"/>
              <a:gd name="connsiteY6" fmla="*/ 104775 h 366395"/>
              <a:gd name="connisteX7" fmla="*/ 1571625 w 2357120"/>
              <a:gd name="connsiteY7" fmla="*/ 235585 h 366395"/>
              <a:gd name="connisteX8" fmla="*/ 2226310 w 2357120"/>
              <a:gd name="connsiteY8" fmla="*/ 340360 h 366395"/>
              <a:gd name="connisteX9" fmla="*/ 2304415 w 2357120"/>
              <a:gd name="connsiteY9" fmla="*/ 340360 h 366395"/>
              <a:gd name="connisteX10" fmla="*/ 2357120 w 2357120"/>
              <a:gd name="connsiteY10" fmla="*/ 366395 h 366395"/>
              <a:gd name="connisteX11" fmla="*/ 942975 w 2357120"/>
              <a:gd name="connsiteY11" fmla="*/ 366395 h 3663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357120" h="366395">
                <a:moveTo>
                  <a:pt x="942975" y="366395"/>
                </a:moveTo>
                <a:lnTo>
                  <a:pt x="393065" y="314325"/>
                </a:lnTo>
                <a:lnTo>
                  <a:pt x="26035" y="288290"/>
                </a:lnTo>
                <a:lnTo>
                  <a:pt x="0" y="52705"/>
                </a:lnTo>
                <a:lnTo>
                  <a:pt x="156845" y="0"/>
                </a:lnTo>
                <a:lnTo>
                  <a:pt x="601980" y="104775"/>
                </a:lnTo>
                <a:lnTo>
                  <a:pt x="1178560" y="104775"/>
                </a:lnTo>
                <a:lnTo>
                  <a:pt x="1571625" y="235585"/>
                </a:lnTo>
                <a:lnTo>
                  <a:pt x="2226310" y="340360"/>
                </a:lnTo>
                <a:lnTo>
                  <a:pt x="2304415" y="340360"/>
                </a:lnTo>
                <a:lnTo>
                  <a:pt x="2357120" y="366395"/>
                </a:lnTo>
                <a:lnTo>
                  <a:pt x="942975" y="366395"/>
                </a:lnTo>
                <a:close/>
              </a:path>
            </a:pathLst>
          </a:cu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41705" y="2581275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PERSON_1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51365" y="4533900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PERSON_2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78450" y="6478270"/>
            <a:ext cx="2258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KNIFE</a:t>
            </a:r>
            <a:endParaRPr lang="en-US" altLang="zh-CN" sz="28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汉仪旗黑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梁珂</cp:lastModifiedBy>
  <cp:revision>165</cp:revision>
  <dcterms:created xsi:type="dcterms:W3CDTF">2026-06-09T03:43:08Z</dcterms:created>
  <dcterms:modified xsi:type="dcterms:W3CDTF">2026-06-09T03:43:08Z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8B234060C45BA4950F76276A2A4C2C86_41</vt:lpwstr>
  </property>
</Properties>
</file>